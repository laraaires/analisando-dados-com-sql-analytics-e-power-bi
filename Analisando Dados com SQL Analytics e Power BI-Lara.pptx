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  <p:sldId id="258" r:id="rId6"/>
    <p:sldId id="256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1B34BCB-F801-E697-930D-4D9942BE2DE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77928222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1B34BCB-F801-E697-930D-4D9942BE2D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596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3508D37-6435-2CE4-F2DE-D979B0FF51D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24875624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3508D37-6435-2CE4-F2DE-D979B0FF51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4956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3773905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5A3E5ABC-4EA6-49C0-A206-4B10DE9BCCF9}">
  <we:reference id="wa200003233" version="2.0.0.3" store="pt-BR" storeType="OMEX"/>
  <we:alternateReferences>
    <we:reference id="WA200003233" version="2.0.0.3" store="" storeType="OMEX"/>
  </we:alternateReferences>
  <we:properties>
    <we:property name="embedUrl" value="&quot;/reportEmbed?reportId=2fad3af6-6c63-4072-9ab6-915c06d67dae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ookmark" value="&quot;H4sIAAAAAAAAA+1YzW7bOBB+lYCXXpxAkmVZyi11GmzQbBE0QfawMBYUOZZZ0KJKUmm8gV+or7EvtkNRcv7kJE2DdjfNIYE8HJHffJxvONQl4cJUki4/0AWQXXJYcsEoV3orJANSemMUZzwNacRpQJOcsjRP3aiqrFClIbuXxFJdgD0TpqbSzYTGP0nMIQqTiNF4FAZJkKVZlJPpgFQaDOhz+ABf/Bv4X+RCCrsku1bXMCBUymNauGlmVBo0VKCNKqkUf4N/x3jX1YDARSWVpg7LiaUWHJ5zdMffiD3cGSJUyqw4hxNg1luHLEozHox4wALKhzxOshG6Ge/QhNTr4qZulp+o0lJR4jLOFs3iMBvlPI6HHIZ5NKZh6uwzIW3rki/fXVQaaUGylpVjdY+f05IBJ00IyIlHfEl+E6CpZvPlEZyDdJZ3/eN3h461Qqbs8oxq4RlRtWZw19HbP8KsGSptwz3iLRGScOyukNk2J9aTIdJuATTvO66d2zU87fPnWtAtDlucWuqnakMhe6Vqfs/Vl4kGnIGT3WA1WJMyQVOhNOag/KV4+f2fr+bJxEyUrBflE4O5hvwEigWU9l4cG7N2ryg0FJ6PO0ieDSGV4I0HddmKObgLd4oWI8pCtsXiSrenPgoma4PKBO6BTeZUW1fR8k9YAZxeV13NwMU/XasK7TYsGyG/5IRshfqyg2xVN105Y5yELM5ZzId5Fo+Bj/MYHiziP0KW+Mhr9l+X5dYxsgC3tBk+QZsUfXsFqTQH/dZLb1/o7jCPBrfQ//SQV9PHVI/nT482j/vartdm5LUZ+d5m5EHlGoly0DdkSxaANwP3UAB2y+4lTLrKAxRgrhLz5tNZ18Cjug+0WjSvtaG6zVizcaRwd1yUpzSX8BcPYDYKgmCbRTnfjtMo2abjWbodDJM8y3I6pHSMr3vAgRPqH3PsA1pB4uWnqxqHt5RpHq/ZbjsR6C2p+oTDRc+orJtLEs55JKwn5tKb3YUrCIdHztMp2v25d9w+9bC3ULzhFxpF90735i01gr0hq5WfbkN1WoN62dn9a3U2A8IomwM/aKS17y/7hxYWfqMFd8AMw9UOuT8fFxXiMN1p2f16L0pXBNwKM/vtB+lTZNorngH5KIq53ZDpnXCag/Dmlw03RJyOUCi0NN3XAk+DVtJ/s2g1gG7SMelHP9eglxhR43G1dzsunp31ru307MmOA42TCYN0SVoZV0n9Jw7BoSHnPSy/obY8P6ENumNRlh00J43viLjJvA0h31wHnbRSzVZ2ZKxLEI6xuZBcQ9nm6S2H++umW+tUFXhUXQvq0XPEG+aYttUzSyFJ8jRIo2EQjINREsTJ603hh17gKwH/jztCT7A/93pAx+MoChlL4oyPEzaGKGjOrXvptnBhc3Vxk+22zPY1e6q2pqIMjmkJPT1LU4I58Af6lubb77prWa3+Bdd2K9qtFgAA&quot;"/>
    <we:property name="datasetId" value="&quot;b00ff24d-fee5-41e5-9bdd-7180293b95dd&quot;"/>
    <we:property name="pageName" value="&quot;3c289d05d0c0ad3d4695&quot;"/>
    <we:property name="reportUrl" value="&quot;/groups/me/reports/2fad3af6-6c63-4072-9ab6-915c06d67dae/3c289d05d0c0ad3d4695&quot;"/>
    <we:property name="reportName" value="&quot;Financas&quot;"/>
    <we:property name="reportState" value="&quot;CONNECTED&quot;"/>
    <we:property name="pageDisplayName" value="&quot;Página 1&quot;"/>
    <we:property name="backgroundColor" value="&quot;#FCFCFC&quot;"/>
    <we:property name="initialStateBookmark" value="&quot;H4sIAAAAAAAAA+1YX1PbOBD/Koxe+hIYx3GchDcIMMfwpwww3MMN05GljaOOYrmSnJIy+UL3Ne6L3UqyA4SktJRp7ygPMM5qpd397f5Wa98SLkwp6eyUToBsk8OCC0a50htt0iJFEO6+f390snN+9OF052Qfxaq0QhWGbN8SS3UO9kqYikp3BAr/um6RUoMBPYVT+BzW8L/IhBR2RratrqBFqJRnNHcbRlQaFJSgjSqoFF8g7DFBdd4icFNKpamzemGpBWd5iur4G91rb3XQKcqsmMIFMBukHRb3Bzzq8ohFlHd4kg66qGaCgnd+pYo72psfqsJSUaAZJ4tHSXvQzXiSdDh0srhH230nHwlpa5Vstn9TagQAYZmVDrgdPqUFA058CIhJ8PiW/CFAU83Gs2OYgnSS/dXrj5fOtEKk7OyKahEQUZVm8FgxyM9h5JcK67FHfwt0STh054hsnfbFYehpYwDFew5rp3bPn/r5UyXoBocNTi0NR9WhkJ1C+d9j9XmoAU/gZDuatxagDFGUK41lJn8rXE7++ds8G5ihktWkeGYw9zy/gHwChf2qH2urdifPNeQBj0eevJiHVEIQHlRFTebosbvXKDGiyGXdLO54exmiYLIyyEzgwbHhmGrrelf2ETuA4+u86Rlo/OO9rlCnYeaJ/JoLsibq6w6yZt313AmTtM2SjCW8kw2SHvBelsCTTfxn0BIfecX+67TcOEMUYImb7Wdwk6LuSkIqzUHvBurtCd1c5nFryftfHvL8+lu6x8uXR13HHOJ2GjOadNtRGg36gzh7G0behpEfHkaeZK6RSAf9gLZkAvgO4B5ywGnZbcKiK4ODAsxdYT58umoGeGT3gVYTv60O1SVjgcaxwuy4KC9pJuEDj2DUjaJok8UZ30z6cbpJe6P+ZtRJs8Egox1Ke7g9OBw5ov45xjmgJiS+3zRd43CJmebbOdukEx1domooODR6RWXlX4fwzGNhAzC3QYx6cdROjp2mY7T7c3tcnlagN1Hc4wue0SuPe7dLjWDvyHwejlvTnRZOve7q/r0mmxZhlI2BH3hq7YX3+UMLk5BowZ1jhqG1Qx7ux0mJfpjmtmx+HYnCNQFnYWS//yJ9Dk1XkqdFzkU+tmsqvSGOvwgffrxwS8TxCIlCC9N8LQgwaCX9U8MBVJMOybD6qQI9w4i8xl3utlw8W4usba3IyZZzGg8TBuGStDSuk4ZPHIKDB+cIZt/RW14eUO/dmSiKxjVHjR+I2FfempAf2kElrZRPZQPGogXhGhsLyTUUdZ0uKaxLf+e4ielS5XhVLYzVnW/QhzTN+lE/7kRRL+qmUZK+Tfk/9eW7FPD/mO9XBPtrR3va68Vxm7E0GfBeynoQR/7O+SrcFm5spm4eol23yFWDmqqsKSmDM1rAinnDt08O/ImZw3+3Jd7I1H3elU8NKY6liwllPv8XNNHbDHwWAAA=&quot;"/>
    <we:property name="isFiltersActionButtonVisible" value="true"/>
    <we:property name="isVisualContainerHeaderHidden" value="false"/>
    <we:property name="reportEmbeddedTime" value="&quot;2026-10-02T17:48:13.130Z&quot;"/>
    <we:property name="creatorTenantId" value="&quot;7e93e286-b29a-4454-a41a-e8419ec9deb5&quot;"/>
    <we:property name="creatorUserId" value="&quot;100320013B52DA14&quot;"/>
    <we:property name="creatorSessionId" value="&quot;6e8e0eb0-1c7a-4cb5-9fa5-3a17bcb81d2e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64082CD-02F0-4C3B-AC89-A57A7E9BDBA1}">
  <we:reference id="wa200003233" version="2.0.0.3" store="pt-BR" storeType="OMEX"/>
  <we:alternateReferences>
    <we:reference id="WA200003233" version="2.0.0.3" store="" storeType="OMEX"/>
  </we:alternateReferences>
  <we:properties>
    <we:property name="embedUrl" value="&quot;/reportEmbed?reportId=2fad3af6-6c63-4072-9ab6-915c06d67dae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ookmark" value="&quot;H4sIAAAAAAAAA+1XzW7bMAx+lULnYJDjxHZ669IOG9AVxbL1MvRAW0yqQpU8Wc6SFX2hvcZebJTk/rdZERRr1+6SyCQtkh8/UtYpE7KpFSz34ATZJvughaxAGLuRsB7TUYjpADlWKR8WeVaVozyDjLSmdtLohm2eMgd2hu5ANi0ovxMJvx72WG2xQTvHPfwedfQrS6mkW7JNZ1vsMVBqH2b+hSmohgQ12sZoUPIHxneaaHrWY7iolbHgvU4cOPSe52ROzxRl8ialoKByco4TrFyUptNiVJV9ngwHZdavBhWAN2uiQQj+ThO/dXA/NtqB1OTGyzIx6oshF5CkBYdhlmUihDGVynUm5XJnUVsCgGBZ1h6/LTEHXaFgIQXCJEZ8yrZmM4szcN3jzjXl2Kj25A75xLS2wk84DSrtApgUgCYf0sN1RlDtW0NABs0EFEbhu1Z3sHD/eGS+jy0SjsILDknSSD1THeyXCHyOWVRgRaei2pfHhKDPl14zVqB9uwwpb0t7jn2/dyPyp0yX8iNRwbNhgumwSIp0UHhCc/HMy/dFS9dsTIwSr6eGq3KOhYRRnk6RcxhkPPPFHMJo/UK+l2jBVkfLXZyjuh3/hf626jzqA7AyTqaQ65oYdFP4YjN2DZZtP/O82ZV4uvW3VsKGwA0BDuJWXSpsSxt2mym9C1DGJJoZS1NfvSpcPv762awE5mnbnpZT6W7QP1mn5VXbUEugiJGNj8C6m80fD01yeXzlWOyIEUfCS2ZC1yEvO8mO7jQ8SVgOcpxin/N8mAme0wDNw/RcSSSHC1eaxXXu+N1EORr00zLLiiQVeZrSh1T5x1m8auw8Vg+NTasdEfgf6/J1DvZa4p2d/ayO9fuyPTt8yAh6fFbEZsC8TAvEEeYJzwveT7P8P33/8tXiAWfUs2LyvZeMpyNy4PIlYuwE6UruF6Z1TQ0V7oPG4L+OW0gMdkQb0AJFt7b+f1dSNWKdDkC1vkThds6Cm+DtN5HBQgs5EAAA&quot;"/>
    <we:property name="datasetId" value="&quot;b00ff24d-fee5-41e5-9bdd-7180293b95dd&quot;"/>
    <we:property name="pageName" value="&quot;3f89cb20154b62c4caa3&quot;"/>
    <we:property name="reportUrl" value="&quot;/groups/me/reports/2fad3af6-6c63-4072-9ab6-915c06d67dae/3f89cb20154b62c4caa3&quot;"/>
    <we:property name="reportName" value="&quot;Financas&quot;"/>
    <we:property name="reportState" value="&quot;CONNECTED&quot;"/>
    <we:property name="pageDisplayName" value="&quot;Página 2&quot;"/>
    <we:property name="backgroundColor" value="&quot;#FCFCFC&quot;"/>
    <we:property name="initialStateBookmark" value="&quot;H4sIAAAAAAAAA+1X227bMAz9lUDPwWDH8SV9S9MOG3pFs/VlKAbaYlIVquXJcpqs6A/tN/ZjoyT3fkVQrF27l1YmKZE8PKSiU8ZFXUlYbMMxshX2ueSiAK50J2RdVnrh6s7OxtZwb+P79nBrncSqMkKVNVs5ZQb0FM2+qBuQ9ggSfjvoskpjjXqG23jidfRX5EIKs2ArRjfYZSDlLkzthgnImgQV6lqVIMVP9Htqb3rWZTivpNJgvY4NGLSeZ2RO3xRe+CGioKAwYoZjLIyXRpNsUOS9IIz7edIr+gWANau9gQv+ThN7tHM/UqUBUZIbK0v4oMfjgEMYZQHESZJwF8ZESNOa5Iv1eaUJAIJlUVnghnwGZYGcuRQIEx/xKRtOpxqnYNrP9WvKkZLN8R3ysWp0gXs4carSODApgJJ8CAvXGUG1qxUB6TRjkOiFH5uyhSWwn4fqZKSRcORWcECSWpRT2cJ+icAXn0UBmrcqqn1+RAjafGmb0hz16sKlvCb0Ofa97o3IXzJdyo9EWZDEIUZxFmZRP4uCOAv4Ky/f11KYujNWkr+fGj6Usy8kDNJogkEA/SRIbDFjGCxfyE8CNejicLGJM5S347/Q31adR70PWvjJ5HJdEoN2/F4cxq7BsmZnnjW7Ek+7/tEI6HDscDDgj2pTYcNSsdtM6V6AMiLRVGka9/Jd4bL1+1f9IDAv2/a0nAhzg/7hMi0vm5paArmPbHQI2txsfn9pksujK9diSww/Et4yE9oOedtJtnSn4UnCvJ/iBHtBkMYJD1IaoKmbng8SyeDc5Gp+nTv2NJ4P+r0oT5IsjHgaRfRDKn90Fj80dp6rh0aqKQ0R+B/r8mUu9krgnZ39qq71+7I9O3jKCHp+VvhmwDSPMsQBpmGQZkEvStL/9P3LT4sn3FGvisn3PjJejsiOy5eIsWOkJ7ldqMbUFRS4CyU6/5U/QqCzI9pAyZG3a23/bwqqhq/TPsjGlsi9zplzMrOPeImPbLBvdubCctH9ASD6GPtiEAAA&quot;"/>
    <we:property name="isFiltersActionButtonVisible" value="true"/>
    <we:property name="isVisualContainerHeaderHidden" value="false"/>
    <we:property name="reportEmbeddedTime" value="&quot;2026-10-02T17:48:30.784Z&quot;"/>
    <we:property name="creatorTenantId" value="&quot;7e93e286-b29a-4454-a41a-e8419ec9deb5&quot;"/>
    <we:property name="creatorUserId" value="&quot;100320013B52DA14&quot;"/>
    <we:property name="creatorSessionId" value="&quot;1c05e18b-43c2-4ee4-8fe0-166bf7ad1600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62c2ce2-551e-42f2-a20f-574b716f8048}">
  <we:reference id="WA200003233" version="2.0.0.3" store="pt-BR" storeType="OMEX"/>
  <we:alternateReferences/>
  <we:properties>
    <we:property name="Microsoft.Office.CampaignId" value="&quot;none&quot;"/>
    <we:property name="reportUrl" value="&quot;/groups/me/reports/2fad3af6-6c63-4072-9ab6-915c06d67dae/73ca8332bcd28d259d61?bookmarkGuid=66bca2e6-d735-42ac-89de-d245ec33e849&amp;bookmarkUsage=1&amp;ctid=7e93e286-b29a-4454-a41a-e8419ec9deb5&amp;fromEntryPoint=export&quot;"/>
    <we:property name="reportState" value="&quot;CONNECTED&quot;"/>
    <we:property name="artifactViewState" value="&quot;live&quot;"/>
    <we:property name="reportEmbeddedTime" value="&quot;2026-10-02T17:47:04.358Z&quot;"/>
    <we:property name="creatorSessionId" value="&quot;7faa41ed-d69b-4f4a-80ac-9a971c325221&quot;"/>
    <we:property name="creatorUserId" value="&quot;100320013B52DA14&quot;"/>
    <we:property name="creatorTenantId" value="&quot;7e93e286-b29a-4454-a41a-e8419ec9deb5&quot;"/>
    <we:property name="pageDisplayName" value="&quot;Página 3&quot;"/>
    <we:property name="pageName" value="&quot;73ca8332bcd28d259d61&quot;"/>
    <we:property name="reportName" value="&quot;Financas&quot;"/>
    <we:property name="isVisualContainerHeaderHidden" value="false"/>
    <we:property name="isFiltersActionButtonVisible" value="true"/>
    <we:property name="initialStateBookmark" value="&quot;H4sIAAAAAAAAA+VWy27bMBD8lYBno6AlW458c1wXKNI8ELe5FEaxItcKA5oUKMqxG/jfuySdpkmL5tKH0V4karjkzs6OCN4zqdpGw/YcVsjG7K2RSoC07qjPeswk8OTi4vRscnX66XxyNiPYNl5Z07LxPfPgavTXqu1Ahy0I/LjoscZhi26N53iX5uipKqWV37Kxdx32GGh9CXVYsATdEtCga60BrT5jWtOm0F2P4abR1kHIOvfgMWReUzh9E73+q5xIgfBqjXMUPqGjXMBxnmeVkNmxzIalLEJJbQqI5H8YEraO6afWeFCG0gRsUIzKJee8EnlWVgUfjEY84Eul/T6k2s42jSMBSJZtE4SbEtfaOlJUs1gFyZJI37Op1d0qjmZP8LntnMArXMYp46NklMaAESqIsiNBLp0lueLM1HbGu22Eb+zd1CEllWzMd72vPCZyTasJfU5iUtcOa/D7z9lvYUjDpfIRfdOZfX/493wXhLTK1Hrf/8dWvE9lrKAJ7qtuqYdB8d1D1ynD7Td93cu+ja349TovdmGqwBxykSH2yyrnZSEGfHAQhphjvULj/wdDNAqnN+D8c1dYJ9GdpP6/Vu7hTMh6z4j/1Wp3iz9p30dXJPuOllkfhpxjUZW8hKHoi2jfn+rtceMru3kqd9pN9lHy/LiQPMslL3A4PIif4fBPxzlobF/+Fw6F7gejfHs0t1r+Wwd6tPEjE7ZCutiEge1824DASzAY8zdpC4UxjloARoZ649iF9ztFpk/lXoPuQqXxjsNiknW4Cml8YUG4+bBIK7L7Av020JeoCQAA&quot;"/>
    <we:property name="bookmark" value="&quot;H4sIAAAAAAAAA+VWTW/bMAz9K4XOwaDYsR3n1mUdMGAoimXrZciBlmhXhSIZspwmK/LfR0npunbDdtlHsF0S+ZESHx+fBd8zqYZew/4SNsgW7I2RSoC07mzKJswksKqKrK04ziGf8zoXecEbitreK2sGtrhnHlyH/loNI+hwEoEf1xPWOxzQbfES71KMflWjtPJ7tvBuxAkDra+gCxta0AMBPbrBGtDqE6Y9Q0o9TBjuem0dhKorDx5D5S2l0zOxnL7IiRQIr7a4QuETWuUC5nmeNUJmc5kVtSxDZ0NKiOS/mxKOjuWX1nhQhsoEbFZWdcs5b0Se1U3JZ1XFA94q7Y8pzf5i1zsSgGTZ90G/JXHtrCNhNYtdkCyJ9D1bWj1u4uriCb6yoxP4DtsYMj5KRmUMGKGCKAcS5MpZkitGlnY03u0jfGPvlg6pqGQLfph84XEut7Sb0OckzrvOYQf++HjxWxjSslU+oq9Hc5wP/5bvmpBBmU4f5/84ivepjQ30wX3NLc0wKH54mDpVuP1qrkfZ93EUv17n9SGESswhFxnitG5yXpdixmcnYYgVdhs0/n8wRK9weQPOP3eFdRLdyzT/V8o93AnZ5Bnxv9rtYf0n7fvoimTfqs2mUHCOZVPzGgoxFdG+P9Tb4843dvdU7nSanKLk+byUPMslL7EoTuJlOP3bcQUah5+/C6dC94NRfjhbWS3/rQs92viRCdsgfdiEhR390IPAKzAY6/fpCIUxj0YARoZ+49qF/7eKTJ/avQY9hk7jNw6LZWK1zyBOxdV/CQAA&quot;"/>
    <we:property name="datasetId" value="&quot;b00ff24d-fee5-41e5-9bdd-7180293b95dd&quot;"/>
    <we:property name="embedUrl" value="&quot;/reportEmbed?reportId=2fad3af6-6c63-4072-9ab6-915c06d67dae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ackgroundColor" value="&quot;#FFFFFF&quot;"/>
    <we:property name="isFooterCollapsed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Lara Aires</cp:lastModifiedBy>
  <cp:revision>3</cp:revision>
  <dcterms:created xsi:type="dcterms:W3CDTF">2018-06-07T21:39:02Z</dcterms:created>
  <dcterms:modified xsi:type="dcterms:W3CDTF">2026-10-02T17:51:13Z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